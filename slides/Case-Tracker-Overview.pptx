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4884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 the Excel workbook — one live board for the whole case lifecycle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39776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Deployable for your team · PostgreSQL-backed · multi-operator · live Case Center sync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one shared Excel workbook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works — until it doesn't.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 → inconsistent values and broken formulas.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action queue → you rely on memory and ad-hoc filters for "what's next".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visibility → "where is this case stuck? who's slow?" is guesswork.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 is verbal or a side document → nothing enforced or auditable.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cost: cases stall between teams, SLAs slip unnoticed, and context is lost at every shift change.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board, live — the workbook, replaced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Users/hsinglintsai/Documents/Claude/CC/threenine/.claude/worktrees/implement-review-fixes/slides/assets/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Picked workspace + the Hand-off Route Board — where every case is, live from Case Center.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Hand-off Route 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where every case actually is — and where it still needs to go.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10881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strip across User → Core Team → HQ. The dot sits where Case Center says the case is now.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dashed "watch" ring = parked there, keeping an eye; a moving arrow = it should move (your intent).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hand-offs (weekend / retry / escalate) carry a deadline; the board never hides the real location.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glance: who holds each case, and exactly where first line still has an action.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1463040" y="4892040"/>
            <a:ext cx="9326880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122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984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3" name="Text 11"/>
          <p:cNvSpPr/>
          <p:nvPr/>
        </p:nvSpPr>
        <p:spPr>
          <a:xfrm>
            <a:off x="51663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8846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HQ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4764024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42885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— Case Center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55080" y="4892040"/>
            <a:ext cx="3447288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dash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0" y="5074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 — Track Status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assignees per case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IS (Case Center) vs where you WANT it (your Track Status).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assignee = where the case is now — this places the dot.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Status = where first line wants it next, with a suggested time.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the two differ, the board animates an arrow — your cue to act.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the work in Case Center; the board catches up on the next sync.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069080"/>
            <a:ext cx="48920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— Case Center
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IT + processType → Core / 1st Line · HQ dept → HQ · returned → User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99632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4069080"/>
            <a:ext cx="48920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Desired — Track Status
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to HQ · Need to contact user · Weekend case · Sanity check — each with a suggested action time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from your on-prem Case Center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cases, refreshed every time you load the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Pulls live cases from Case Center on every refresh.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locally — your API key and cookie never leave your laptop.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queue, handover notes and reminders are kept across refreshes.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owns the status; your handling layer stays yours.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0" y="16002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6002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laptop (browser)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464040" y="24688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72400" y="29718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29718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server (Python)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464040" y="38404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72400" y="4343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43434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(on-prem)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key + cookie stay here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action is on the card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Surfaced by status and idle time — the agent never hunts.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1828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to Core Team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case with no owner yet.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06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Chase — no response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idle past the threshold (Core 4h / HQ 8h).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to HQ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 can't resolve — hand to the product team.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reported fix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Sanity-check, then close.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reminders/bells and a one-click handover note — nothing falls through the cracks.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clocks — and a timeline of who held 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clock = time on us (pauses when returned to the requester).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 vs HQ time, tracked separately.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 shows exactly when a case sat with whom.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Answers "who's consuming the time?" at a glance.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Separated Core Team / HQ clocks</a:t>
            </a:r>
            <a:endParaRPr lang="en-US" sz="1100" dirty="0"/>
          </a:p>
        </p:txBody>
      </p:sp>
      <p:pic>
        <p:nvPicPr>
          <p:cNvPr id="9" name="Image 0" descr="/Users/hsinglintsai/Documents/Claude/CC/threenine/.claude/worktrees/implement-review-fixes/slides/assets/clo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828800"/>
            <a:ext cx="59436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60720" y="3017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</a:t>
            </a:r>
            <a:endParaRPr lang="en-US" sz="1100" dirty="0"/>
          </a:p>
        </p:txBody>
      </p:sp>
      <p:pic>
        <p:nvPicPr>
          <p:cNvPr id="11" name="Image 1" descr="/Users/hsinglintsai/Documents/Claude/CC/threenine/.claude/worktrees/implement-review-fixes/slides/assets/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3291840"/>
            <a:ext cx="5943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Handover, on the 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separate screen, no lost context.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note per case, labelled Day → Night.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it straight from the card (⚠ Note) or the reading panel.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banner flags open cases that still need a fresh note before cutover.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Yellow = stale for the current shift and needs a rewrite.</a:t>
            </a:r>
            <a:endParaRPr lang="en-US" sz="1550" dirty="0"/>
          </a:p>
        </p:txBody>
      </p:sp>
      <p:pic>
        <p:nvPicPr>
          <p:cNvPr id="9" name="Image 0" descr="/Users/hsinglintsai/Documents/Claude/CC/threenine/.claude/worktrees/implement-review-fixes/slides/assets/hand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114800"/>
            <a:ext cx="1051560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coverage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/ Night rosters, handover stats, and a "view as" perspective switch.</a:t>
            </a:r>
            <a:endParaRPr lang="en-US" sz="1300" dirty="0"/>
          </a:p>
        </p:txBody>
      </p:sp>
      <p:pic>
        <p:nvPicPr>
          <p:cNvPr id="8" name="Image 0" descr="/Users/hsinglintsai/Documents/Claude/CC/threenine/.claude/worktrees/implement-review-fixes/slides/assets/shif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82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who is on, what was handed over, and what still needs a note.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the active operator to see exactly what they see.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your own roster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and edit operators right in the app.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Add/edit shifts and operators; IDs auto-suggest from names.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Foolproof delete: reassign an operator's records or block — never orphan data.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delete the last operator; the default operator moves automatically.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the shifts.js snippet to make changes permanent.</a:t>
            </a:r>
            <a:endParaRPr lang="en-US" sz="1550" dirty="0"/>
          </a:p>
        </p:txBody>
      </p:sp>
      <p:pic>
        <p:nvPicPr>
          <p:cNvPr id="9" name="Image 0" descr="/Users/hsinglintsai/Documents/Claude/CC/threenine/.claude/worktrees/implement-review-fixes/slides/assets/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554480"/>
            <a:ext cx="56692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the workbook can't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week, automatically.</a:t>
            </a:r>
            <a:endParaRPr lang="en-US" sz="1300" dirty="0"/>
          </a:p>
        </p:txBody>
      </p:sp>
      <p:pic>
        <p:nvPicPr>
          <p:cNvPr id="8" name="Image 0" descr="/Users/hsinglintsai/Documents/Claude/CC/threenine/.claude/worktrees/implement-review-fixes/slides/assets/arch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Per-week totals: opened, closed, cancelled, carried-in, bounces.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time-on-us — track whether you're getting faster.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clear, enforced lifecycle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Users/hsinglintsai/Documents/Claude/CC/threenine/.claude/worktrees/implement-review-fixes/slides/assets/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371600"/>
            <a:ext cx="9235440" cy="448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→ Core Team → HQ → Sanity Check → Closed, with pause/return and escalation paths.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switch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9632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workbook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99632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SLA / owner-time visibility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Verbal, unenforced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Manual, no reporting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28232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Structured, validated data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queue that tells you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+ separated Core/HQ time + timeline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Enforced, auditable shift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dashboards · live Case Center sync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across operators · PostgreSQL-backed · deployable (Render or your own server)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it for your team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single-laptop demo to a shared, always-on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881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PostgreSQL-backed: every operator signs in and sees the same live board, from any device.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Secured: a token login gate in front of the API — case data is never left wide open.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Periodic Case Center sync: a scheduled job pulls new cases into the DB automatically (systemd timer / cron).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it your way: your own Ubuntu server, or a managed platform like Render.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1576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FFBEB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 (timer)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5604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1208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9632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5236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+ SPA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3660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264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self-host runbook: docs/SELF-HOST-UBUNTU.md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55448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it. Deploy it.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011680" y="338328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the live demo — open the link and take the built-in guided tour.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for your team — Postgres + token login + periodic Case Center sync, on Render or your own Ubuntu server.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runbook: docs/SELF-HOST-UBUNTU.md. Feedback welcome — it's a working tool, not a mockup.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Tracker — Overview</dc:title>
  <dc:subject>PptxGenJS Presentation</dc:subject>
  <dc:creator>Case Tracker</dc:creator>
  <cp:lastModifiedBy>Case Tracker</cp:lastModifiedBy>
  <cp:revision>1</cp:revision>
  <dcterms:created xsi:type="dcterms:W3CDTF">2026-06-15T15:28:59Z</dcterms:created>
  <dcterms:modified xsi:type="dcterms:W3CDTF">2026-06-15T15:28:59Z</dcterms:modified>
</cp:coreProperties>
</file>