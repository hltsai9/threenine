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F2937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4884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4484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 the Excel workbook — one live board for the whole case lifecycle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39776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https://hltsai9.github.io/threenine/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prototype · click-through demo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Today: one shared Excel workbook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works — until it doesn't.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cells → inconsistent values and broken formulas.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action queue → you rely on memory and ad-hoc filters for "what's next".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visibility → "where is this case stuck? who's slow?" is guesswork.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 is verbal or a side document → nothing enforced or auditable.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cost: cases stall between teams, SLAs slip unnoticed, and context is lost at every shift change.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board, live — the workbook, replaced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7" name="Image 0" descr="/home/user/threenine/slides/assets/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371600"/>
            <a:ext cx="941832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Columns = where the case really is · top band = what you're working · everything happens here.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statuses per case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real state, and how you're handling it — on one board.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69494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Columns = Case Center status (the real, external state).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Rows = your handling: "My queue" (working now) vs "Backlog".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Queue lifts a card into your top band — your starred work, in context.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actions and a ⚠ note button live right on each card.</a:t>
            </a:r>
            <a:endParaRPr lang="en-US" sz="1550" dirty="0"/>
          </a:p>
        </p:txBody>
      </p:sp>
      <p:pic>
        <p:nvPicPr>
          <p:cNvPr id="9" name="Image 0" descr="/home/user/threenine/slides/assets/colum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1554480"/>
            <a:ext cx="356616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from your on-prem Case Center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cases, refreshed every time you load the board.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Pulls live cases from Case Center on every refresh.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locally — your API key and cookie never leave your laptop.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queue, handover notes and reminders are kept across refreshes.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owns the status; your handling layer stays yours.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72400" y="16002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6002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laptop (browser)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464040" y="2468880"/>
            <a:ext cx="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72400" y="29718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29718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server (Python)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464040" y="3840480"/>
            <a:ext cx="0" cy="45720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72400" y="434340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F7FAFC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434340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Center (on-prem)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key + cookie stay here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action is on the card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Surfaced by status and idle time — the agent never hunts.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6366F1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1828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to Local FIT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case with no owner yet.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06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Chase — no response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idle past the threshold (FIT 4h / HQ 8h).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Escalate to HQ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 can't resolve — hand to the product team.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16052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reported fix   </a:t>
            </a:r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Sanity-check, then close.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 reminders/bells and a one-click handover note — nothing falls through the cracks.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clocks — and a timeline of who held it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48463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clock = time on us (pauses when returned to the requester).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FIT vs HQ time, tracked separately.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timeline shows exactly when a case sat with whom.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Answers "who's consuming the time?" at a glance.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760720" y="155448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Separated FIT / HQ clocks</a:t>
            </a:r>
            <a:endParaRPr lang="en-US" sz="1100" dirty="0"/>
          </a:p>
        </p:txBody>
      </p:sp>
      <p:pic>
        <p:nvPicPr>
          <p:cNvPr id="9" name="Image 0" descr="/home/user/threenine/slides/assets/clo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828800"/>
            <a:ext cx="59436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760720" y="301752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Ownership timeline</a:t>
            </a:r>
            <a:endParaRPr lang="en-US" sz="1100" dirty="0"/>
          </a:p>
        </p:txBody>
      </p:sp>
      <p:pic>
        <p:nvPicPr>
          <p:cNvPr id="11" name="Image 1" descr="/home/user/threenine/slides/assets/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60720" y="3291840"/>
            <a:ext cx="59436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Handover, on the board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separate screen, no lost context.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structured note per case, labelled Day → Night.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it straight from the card (⚠ Note) or the reading panel.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banner flags open cases that still need a fresh note before cutover.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Yellow = stale for the current shift and needs a rewrite.</a:t>
            </a:r>
            <a:endParaRPr lang="en-US" sz="1550" dirty="0"/>
          </a:p>
        </p:txBody>
      </p:sp>
      <p:pic>
        <p:nvPicPr>
          <p:cNvPr id="9" name="Image 0" descr="/home/user/threenine/slides/assets/hand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4114800"/>
            <a:ext cx="1051560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Shift coverage at a glance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/ Night rosters, handover stats, and a "view as" perspective switch.</a:t>
            </a:r>
            <a:endParaRPr lang="en-US" sz="1300" dirty="0"/>
          </a:p>
        </p:txBody>
      </p:sp>
      <p:pic>
        <p:nvPicPr>
          <p:cNvPr id="8" name="Image 0" descr="/home/user/threenine/slides/assets/shif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828800"/>
            <a:ext cx="10698480" cy="1828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who is on, what was handed over, and what still needs a note.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the active operator to see exactly what they see.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your own roster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and edit operators right in the app.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51206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Add/edit shifts and operators; IDs auto-suggest from names.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Foolproof delete: reassign an operator's records or block — never orphan data.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Can't delete the last operator; the default operator moves automatically.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the shifts.js snippet to make changes permanent.</a:t>
            </a:r>
            <a:endParaRPr lang="en-US" sz="1550" dirty="0"/>
          </a:p>
        </p:txBody>
      </p:sp>
      <p:pic>
        <p:nvPicPr>
          <p:cNvPr id="9" name="Image 0" descr="/home/user/threenine/slides/assets/edito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554480"/>
            <a:ext cx="56692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Reporting the workbook can't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week, automatically.</a:t>
            </a:r>
            <a:endParaRPr lang="en-US" sz="1300" dirty="0"/>
          </a:p>
        </p:txBody>
      </p:sp>
      <p:pic>
        <p:nvPicPr>
          <p:cNvPr id="8" name="Image 0" descr="/home/user/threenine/slides/assets/arch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828800"/>
            <a:ext cx="10698480" cy="1737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Per-week totals: opened, closed, cancelled, carried-in, bounces.</a:t>
            </a:r>
            <a:endParaRPr lang="en-US" sz="155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time-on-us — track whether you're getting faster.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clear, enforced lifecycle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pic>
        <p:nvPicPr>
          <p:cNvPr id="7" name="Image 0" descr="/home/user/threenine/slides/assets/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371600"/>
            <a:ext cx="9235440" cy="4480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→ Local FIT → HQ → Sanity Check → Closed, with pause/return and escalation paths.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37376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  ·  https://hltsai9.github.io/threenine/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972800" y="6437376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switch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2801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199632" y="164592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EFF6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55648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Excel workbook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199632" y="1755648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Tracker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286000"/>
            <a:ext cx="4892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Free-form cells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Remember what's next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SLA / owner-time visibility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Verbal, unenforced handover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Manual, no reporting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28232" y="2286000"/>
            <a:ext cx="4892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Structured, validated data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queue that tells you what's next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+ separated FIT/HQ time + timeline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Enforced, auditable shift handover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Weekly dashboards · live Case Center data · zero-install web app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1554480"/>
            <a:ext cx="121916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now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https://hltsai9.github.io/threenine/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94560" y="3383280"/>
            <a:ext cx="77724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link — take the built-in guided tour; your changes persist in the browser.</a:t>
            </a:r>
            <a:endParaRPr lang="en-US" sz="16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live data: run python3 local/serve.py on your laptop and open localhost.</a:t>
            </a:r>
            <a:endParaRPr lang="en-US" sz="1600" dirty="0"/>
          </a:p>
          <a:p>
            <a:pPr marL="177800" indent="-1778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welcome — this is a working prototype, not a mockup.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Tracker — Overview</dc:title>
  <dc:subject>PptxGenJS Presentation</dc:subject>
  <dc:creator>Case Tracker</dc:creator>
  <cp:lastModifiedBy>Case Tracker</cp:lastModifiedBy>
  <cp:revision>1</cp:revision>
  <dcterms:created xsi:type="dcterms:W3CDTF">2026-06-04T14:30:12Z</dcterms:created>
  <dcterms:modified xsi:type="dcterms:W3CDTF">2026-06-04T14:30:12Z</dcterms:modified>
</cp:coreProperties>
</file>